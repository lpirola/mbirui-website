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19C"/>
    <a:srgbClr val="FADC6C"/>
    <a:srgbClr val="EDC17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42" d="100"/>
          <a:sy n="42" d="100"/>
        </p:scale>
        <p:origin x="1251" y="9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5E0E4-59B3-4AB0-9F3F-5B57DCA8EACA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47D7B-9079-4173-B726-3EA942E2D09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39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47D7B-9079-4173-B726-3EA942E2D09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52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1220-BD2C-0613-AE8F-53283647F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6DE9B-CA4F-DBEF-FA42-1F779EE0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83511-FA8B-9AA2-849B-C92748A8C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AEE62-EB1F-4A46-BE0F-974E8154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20C77-B35C-AC79-2459-DF8ED159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28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40A8-928A-A210-1E65-B7A63674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936FF-0932-CDD6-FCCB-38458884F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54B62-B167-56DB-AA4F-3BEA1A10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60612-9E93-734A-0840-DB41D39C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9149A-D5BD-1860-B759-E52B0719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57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9806-54D7-2230-EE3B-E463D25D7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32DEA-7BE3-F267-0651-B7946EC90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0100-FA8B-4C29-E27E-A35142E1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765D6-B99E-9B71-46E0-4E8CF71A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5C569-D5C9-C1AE-1A47-E32EF6CA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01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ED31-FCAD-DD9B-5C91-8DD70844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3C12-AE97-4D67-760D-FA48DE6A6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B5CB4-BD94-0423-6823-DB70E94DE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07D5B-52D1-C0D0-770A-E1820C92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DFE3D-B53C-951F-4CF0-72401CCB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1E45E-866C-8B36-1478-1D18492D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41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B716-E9A4-FE65-557B-F99D8BA2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613B9-E5AC-B614-3E3E-9555FFA36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71822-894D-D5A3-0C88-4E0F3DC5A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0577E-97CF-28BD-6B86-851BE7815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9C7E8B-5A18-DABC-9CFC-C205321E6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65629-CEB9-2B69-DC38-E0400436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51BD8-42B8-6206-615D-0784305C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E163F-A122-5B51-E85E-CF15856D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47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96AE-008D-9830-B8D6-895375F1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4775D8-A75C-BABF-6E5F-3E7F168E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61874-8A83-BF82-7719-FDCDEAC8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16AF5-5ED9-BEFF-61D9-96B708D6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98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86E58-9283-9B60-8DDE-6EE020A90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E2A22-A30B-E38D-52F9-651F58A1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42886-744C-3A7B-D1D7-3E1224B4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71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1BEF-C01C-7781-806B-098F9BE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644AD-FBD8-6EC9-B6A9-32DE4863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33432-55F7-BC72-391F-25E977DB7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23D38-3245-098F-7881-6C93C7C6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77B6-3402-A74B-D945-5049D754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73E18-7910-994C-4387-1A2471C3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73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25E5-A99B-E916-473E-C0030BD7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85874-7718-9CFD-0C13-7BA94CB26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77AB7-4EB3-6AFE-130D-53667227C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67D05-9A93-000F-46F2-8EC3044E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36FAE-1170-B326-F838-F43ACFD4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C3D94-543C-3776-AD3A-47943565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45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4244-C3DC-65C9-2023-22ED1AD0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5621E-1075-B7C3-9DEE-AAA837E68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B8AC-A5A5-BB59-94A8-130FEE3B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6AF1C-63DC-E3D1-A564-11B4B59C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DA578-15B8-FCBE-BAB1-E25CD4CF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08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5DB9D-B3C0-3714-45D3-E100EC975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11E3B-60E4-6B8E-575E-F463A5FF0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607DA-8DCE-A903-F01A-A89BF1DA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15E79-FCF9-A129-07E8-46DE372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9CA6C-C3C4-96CB-50E9-46BA4522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06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6196D-54E2-19AA-B1E4-D5023EA3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734FB-AAB1-807D-D194-9395876E2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D503-DF69-F6FC-DB62-86A2222F4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C13AD-AD56-46D0-A6E8-D1128C335D32}" type="datetimeFigureOut">
              <a:rPr lang="pt-BR" smtClean="0"/>
              <a:t>27/07/2025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CE246-5E7F-CFBA-D733-25285EDFF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DED75-B049-52C3-D702-1B504EFF1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2DA8B-9B2E-4E54-86CF-23999436552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70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1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0D51C5-27F0-13A3-D812-9A23E09425D3}"/>
              </a:ext>
            </a:extLst>
          </p:cNvPr>
          <p:cNvSpPr txBox="1"/>
          <p:nvPr/>
        </p:nvSpPr>
        <p:spPr>
          <a:xfrm>
            <a:off x="438150" y="0"/>
            <a:ext cx="7150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accent2">
                    <a:lumMod val="50000"/>
                  </a:schemeClr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WORKSHOP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6FC7E-6A48-DEEE-AE7E-7F9F021E8EDC}"/>
              </a:ext>
            </a:extLst>
          </p:cNvPr>
          <p:cNvSpPr txBox="1"/>
          <p:nvPr/>
        </p:nvSpPr>
        <p:spPr>
          <a:xfrm>
            <a:off x="438150" y="1134147"/>
            <a:ext cx="76885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  <a:latin typeface="Amasis MT Pro Black" panose="02040A04050005020304" pitchFamily="18" charset="0"/>
              </a:rPr>
              <a:t>Como podemos combater o estigma acerca da tuberculose nas aldeias de Dourados?</a:t>
            </a:r>
          </a:p>
          <a:p>
            <a:endParaRPr lang="pt-BR" dirty="0">
              <a:solidFill>
                <a:schemeClr val="accent2">
                  <a:lumMod val="75000"/>
                </a:schemeClr>
              </a:solidFill>
              <a:latin typeface="Amasis MT Pro Black" panose="02040A04050005020304" pitchFamily="18" charset="0"/>
            </a:endParaRPr>
          </a:p>
          <a:p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Amasis MT Pro Black" panose="02040A04050005020304" pitchFamily="18" charset="0"/>
              </a:rPr>
              <a:t>Preconceitos, falta de conhecimento, e o papel do profissional de saúde</a:t>
            </a:r>
          </a:p>
          <a:p>
            <a:endParaRPr lang="pt-BR" dirty="0">
              <a:solidFill>
                <a:schemeClr val="accent2">
                  <a:lumMod val="50000"/>
                </a:schemeClr>
              </a:solidFill>
              <a:latin typeface="Amasis MT Pro Black" panose="02040A04050005020304" pitchFamily="18" charset="0"/>
            </a:endParaRPr>
          </a:p>
          <a:p>
            <a:r>
              <a:rPr lang="pt-BR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Temas abordados: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O que é o estigma de TB?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Como o estigma afeta os pacientes e suas famílias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Como reconhecemos o estigma na rotina de trabalho?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Como podemos enfrentar e combater o estigma?</a:t>
            </a:r>
          </a:p>
          <a:p>
            <a:endParaRPr lang="pt-BR" sz="1600" i="1" dirty="0">
              <a:solidFill>
                <a:schemeClr val="accent2">
                  <a:lumMod val="75000"/>
                </a:schemeClr>
              </a:solidFill>
              <a:latin typeface="Amasis MT Pro Black" panose="02040A04050005020304" pitchFamily="18" charset="0"/>
            </a:endParaRPr>
          </a:p>
          <a:p>
            <a:r>
              <a:rPr lang="pt-BR" dirty="0">
                <a:solidFill>
                  <a:schemeClr val="accent2">
                    <a:lumMod val="75000"/>
                  </a:schemeClr>
                </a:solidFill>
                <a:latin typeface="Amasis MT Pro Black" panose="02040A04050005020304" pitchFamily="18" charset="0"/>
              </a:rPr>
              <a:t>Palestrantes: Dra. Ida Viktoria Kolte e João Victor Diniz Martins, ENSP/FIOCRUZ Rio de Janeiro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C7DA3-7A74-AAAF-DCD0-70EEC883D2DE}"/>
              </a:ext>
            </a:extLst>
          </p:cNvPr>
          <p:cNvSpPr txBox="1"/>
          <p:nvPr/>
        </p:nvSpPr>
        <p:spPr>
          <a:xfrm>
            <a:off x="438150" y="5443019"/>
            <a:ext cx="76885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u="sng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WORKSHOP PARA PROFISSIONAIS DE SAÚDE</a:t>
            </a:r>
          </a:p>
          <a:p>
            <a:endParaRPr lang="pt-BR" sz="800" u="sng" dirty="0">
              <a:solidFill>
                <a:schemeClr val="accent2">
                  <a:lumMod val="50000"/>
                </a:schemeClr>
              </a:solidFill>
              <a:latin typeface="Amasis MT Pro Black" panose="02040A04050005020304" pitchFamily="18" charset="0"/>
            </a:endParaRPr>
          </a:p>
          <a:p>
            <a:r>
              <a:rPr lang="pt-BR" sz="2000" dirty="0">
                <a:solidFill>
                  <a:schemeClr val="accent2">
                    <a:lumMod val="50000"/>
                  </a:schemeClr>
                </a:solidFill>
                <a:highlight>
                  <a:srgbClr val="FADC6C"/>
                </a:highlight>
                <a:latin typeface="Amasis MT Pro Black" panose="02040A04050005020304" pitchFamily="18" charset="0"/>
              </a:rPr>
              <a:t>04 de agosto 7:30 (</a:t>
            </a:r>
            <a:r>
              <a:rPr lang="pt-BR" sz="2000" dirty="0" err="1">
                <a:solidFill>
                  <a:schemeClr val="accent2">
                    <a:lumMod val="50000"/>
                  </a:schemeClr>
                </a:solidFill>
                <a:highlight>
                  <a:srgbClr val="FADC6C"/>
                </a:highlight>
                <a:latin typeface="Amasis MT Pro Black" panose="02040A04050005020304" pitchFamily="18" charset="0"/>
              </a:rPr>
              <a:t>Jaguapiru</a:t>
            </a:r>
            <a:r>
              <a:rPr lang="pt-BR" sz="2000" dirty="0">
                <a:solidFill>
                  <a:schemeClr val="accent2">
                    <a:lumMod val="50000"/>
                  </a:schemeClr>
                </a:solidFill>
                <a:highlight>
                  <a:srgbClr val="FADC6C"/>
                </a:highlight>
                <a:latin typeface="Amasis MT Pro Black" panose="02040A04050005020304" pitchFamily="18" charset="0"/>
              </a:rPr>
              <a:t> 1&amp; 2), 13:30 (Bororó 1&amp; 2)</a:t>
            </a:r>
            <a:endParaRPr lang="pt-BR" dirty="0">
              <a:solidFill>
                <a:schemeClr val="accent2">
                  <a:lumMod val="50000"/>
                </a:schemeClr>
              </a:solidFill>
              <a:highlight>
                <a:srgbClr val="FADC6C"/>
              </a:highlight>
              <a:latin typeface="Amasis MT Pro Black" panose="02040A04050005020304" pitchFamily="18" charset="0"/>
            </a:endParaRPr>
          </a:p>
          <a:p>
            <a:r>
              <a:rPr lang="pt-BR" b="1" dirty="0">
                <a:solidFill>
                  <a:schemeClr val="accent2">
                    <a:lumMod val="50000"/>
                  </a:schemeClr>
                </a:solidFill>
                <a:highlight>
                  <a:srgbClr val="FADC6C"/>
                </a:highlight>
                <a:latin typeface="Amasis MT Pro" panose="02040504050005020304" pitchFamily="18" charset="0"/>
              </a:rPr>
              <a:t>Local: Sala 103, Faculdade de Direito e Relações Internacionais (FADIR), Rua Quintino Bocaiúva 2100, Dourados/MS</a:t>
            </a: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5DDBACF-5975-187D-EFF9-F0A41CF92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060" y="6034487"/>
            <a:ext cx="2397559" cy="636812"/>
          </a:xfrm>
          <a:prstGeom prst="rect">
            <a:avLst/>
          </a:prstGeom>
          <a:solidFill>
            <a:srgbClr val="F2D19C"/>
          </a:solidFill>
        </p:spPr>
      </p:pic>
      <p:pic>
        <p:nvPicPr>
          <p:cNvPr id="1032" name="Picture 8" descr="Generated image">
            <a:extLst>
              <a:ext uri="{FF2B5EF4-FFF2-40B4-BE49-F238E27FC236}">
                <a16:creationId xmlns:a16="http://schemas.microsoft.com/office/drawing/2014/main" id="{BC158DDA-D853-BC6E-3191-D7DC77075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135" y="312431"/>
            <a:ext cx="3611183" cy="5416775"/>
          </a:xfrm>
          <a:prstGeom prst="rect">
            <a:avLst/>
          </a:prstGeom>
          <a:noFill/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352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128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Amasis MT Pro</vt:lpstr>
      <vt:lpstr>Amasis MT Pro Black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Ida Viktoria Kolte</dc:creator>
  <cp:lastModifiedBy>Ida Viktoria Kolte</cp:lastModifiedBy>
  <cp:revision>2</cp:revision>
  <dcterms:created xsi:type="dcterms:W3CDTF">2025-07-27T22:54:02Z</dcterms:created>
  <dcterms:modified xsi:type="dcterms:W3CDTF">2025-07-28T00:05:44Z</dcterms:modified>
</cp:coreProperties>
</file>